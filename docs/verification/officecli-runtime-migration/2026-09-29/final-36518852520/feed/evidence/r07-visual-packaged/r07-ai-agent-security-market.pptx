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7b1621d547a4b8a" /><Relationship Type="http://schemas.openxmlformats.org/package/2006/relationships/metadata/core-properties" Target="/docProps/core.xml" Id="Rc258f9ab5a1a4100" /><Relationship Type="http://schemas.openxmlformats.org/officeDocument/2006/relationships/extended-properties" Target="/docProps/app.xml" Id="Ra107f1bfac864dac" /><Relationship Type="http://schemas.openxmlformats.org/officeDocument/2006/relationships/custom-properties" Target="/docProps/custom.xml" Id="R8026f5ac7ebc43d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e99ba1b3d22543f8"/>
    <p:sldId id="257" r:id="R49919c6f0869416b"/>
    <p:sldId id="258" r:id="R1cc976cefc9a44bd"/>
    <p:sldId id="259" r:id="Rfae018a1eb8d4117"/>
    <p:sldId id="260" r:id="R931d95299ea040b5"/>
    <p:sldId id="261" r:id="R71bcc3b5ad4a424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99ba1b3d22543f8" /><Relationship Type="http://schemas.openxmlformats.org/officeDocument/2006/relationships/slide" Target="/ppt/slides/slide2.xml" Id="R49919c6f0869416b" /><Relationship Type="http://schemas.openxmlformats.org/officeDocument/2006/relationships/slide" Target="/ppt/slides/slide3.xml" Id="R1cc976cefc9a44bd" /><Relationship Type="http://schemas.openxmlformats.org/officeDocument/2006/relationships/slide" Target="/ppt/slides/slide4.xml" Id="Rfae018a1eb8d4117" /><Relationship Type="http://schemas.openxmlformats.org/officeDocument/2006/relationships/slide" Target="/ppt/slides/slide5.xml" Id="R931d95299ea040b5" /><Relationship Type="http://schemas.openxmlformats.org/officeDocument/2006/relationships/slide" Target="/ppt/slides/slide6.xml" Id="R71bcc3b5ad4a424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0acac81c54f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06d7c7ce640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91c20ec884e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d4e42d2a245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407a7dacf472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ba1d57ba04f48a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910e7a2c24f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d2b90e6ea48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d16684bd54d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2a400a03745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5836dbaae4f47" /><Relationship Type="http://schemas.openxmlformats.org/officeDocument/2006/relationships/chart" Target="/ppt/slides/charts/chart1.xml" Id="R16015e17558a48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ed31f03644651" /><Relationship Type="http://schemas.openxmlformats.org/officeDocument/2006/relationships/image" Target="/ppt/media/image.png" Id="R32289e4a89dc478a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16015e17558a480e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32289e4a89dc478a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2026-09-29T04:35:08Z</dcterms:created>
  <cp:lastModifiedBy>OfficeCLI</cp:lastModifiedBy>
  <dcterms:modified xsi:type="dcterms:W3CDTF">2026-09-29T04:35:08Z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2026-09-29T04:35:29Z</vt:lpwstr>
  </op:property>
</op:Properties>
</file>