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e258789307c45db" /><Relationship Type="http://schemas.openxmlformats.org/package/2006/relationships/metadata/core-properties" Target="/docProps/core.xml" Id="Re1cf2ec2b9814a62" /><Relationship Type="http://schemas.openxmlformats.org/officeDocument/2006/relationships/extended-properties" Target="/docProps/app.xml" Id="R31f73e53e8c24e51" /><Relationship Type="http://schemas.openxmlformats.org/officeDocument/2006/relationships/custom-properties" Target="/docProps/custom.xml" Id="R5ceb0b5f729a430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dfaf4cdf805472e"/>
    <p:sldId id="257" r:id="R92dbcf52003d4b1c"/>
    <p:sldId id="258" r:id="Ra087bcac51fd4b21"/>
    <p:sldId id="259" r:id="R127994113abb4418"/>
    <p:sldId id="260" r:id="R0ce814e08f6642cd"/>
    <p:sldId id="261" r:id="R182a27fa177c4da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dfaf4cdf805472e" /><Relationship Type="http://schemas.openxmlformats.org/officeDocument/2006/relationships/slide" Target="/ppt/slides/slide2.xml" Id="R92dbcf52003d4b1c" /><Relationship Type="http://schemas.openxmlformats.org/officeDocument/2006/relationships/slide" Target="/ppt/slides/slide3.xml" Id="Ra087bcac51fd4b21" /><Relationship Type="http://schemas.openxmlformats.org/officeDocument/2006/relationships/slide" Target="/ppt/slides/slide4.xml" Id="R127994113abb4418" /><Relationship Type="http://schemas.openxmlformats.org/officeDocument/2006/relationships/slide" Target="/ppt/slides/slide5.xml" Id="R0ce814e08f6642cd" /><Relationship Type="http://schemas.openxmlformats.org/officeDocument/2006/relationships/slide" Target="/ppt/slides/slide6.xml" Id="R182a27fa177c4da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eef39e8214e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0bec597864f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6ff4359b143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6bd0b4acd4b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496f75f834d9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76ab61cac004bf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ff4b96e66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aec24234448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69872bd9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2b1705da45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b7940cdf347a9" /><Relationship Type="http://schemas.openxmlformats.org/officeDocument/2006/relationships/chart" Target="/ppt/slides/charts/chart1.xml" Id="Re67a9cb8c5cf4d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bc000af2e4387" /><Relationship Type="http://schemas.openxmlformats.org/officeDocument/2006/relationships/image" Target="/ppt/media/image.png" Id="R9385e2e6abb84404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67a9cb8c5cf4d91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9385e2e6abb84404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2026-09-29T04:32:12Z</dcterms:created>
  <cp:lastModifiedBy>OfficeCLI</cp:lastModifiedBy>
  <dcterms:modified xsi:type="dcterms:W3CDTF">2026-09-29T04:32:12Z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2026-09-29T04:32:32Z</vt:lpwstr>
  </op:property>
</op:Properties>
</file>