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d575c2cbe004fa7" /><Relationship Type="http://schemas.openxmlformats.org/package/2006/relationships/metadata/core-properties" Target="/docProps/core.xml" Id="Red2acf6fefec4a7e" /><Relationship Type="http://schemas.openxmlformats.org/officeDocument/2006/relationships/extended-properties" Target="/docProps/app.xml" Id="Rf27cd7fca30b4aba" /><Relationship Type="http://schemas.openxmlformats.org/officeDocument/2006/relationships/custom-properties" Target="/docProps/custom.xml" Id="R20b2f6fa03b64d2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16e1b64c55b450b"/>
    <p:sldId id="257" r:id="Rf38fe74187174859"/>
    <p:sldId id="258" r:id="R579e9c9cc67449a8"/>
    <p:sldId id="259" r:id="Re0bbf46d2a3c4eff"/>
    <p:sldId id="260" r:id="Rb965ed05065e4e07"/>
    <p:sldId id="261" r:id="R74b380092aa3489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16e1b64c55b450b" /><Relationship Type="http://schemas.openxmlformats.org/officeDocument/2006/relationships/slide" Target="/ppt/slides/slide2.xml" Id="Rf38fe74187174859" /><Relationship Type="http://schemas.openxmlformats.org/officeDocument/2006/relationships/slide" Target="/ppt/slides/slide3.xml" Id="R579e9c9cc67449a8" /><Relationship Type="http://schemas.openxmlformats.org/officeDocument/2006/relationships/slide" Target="/ppt/slides/slide4.xml" Id="Re0bbf46d2a3c4eff" /><Relationship Type="http://schemas.openxmlformats.org/officeDocument/2006/relationships/slide" Target="/ppt/slides/slide5.xml" Id="Rb965ed05065e4e07" /><Relationship Type="http://schemas.openxmlformats.org/officeDocument/2006/relationships/slide" Target="/ppt/slides/slide6.xml" Id="R74b380092aa3489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6960244504e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52927e18e40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b4d6f90dc42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5e93ac10843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4427dcdd714ad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c5c8fadfeb54d7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9149a358c43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5ff38144f42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e9921a77f4e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9e2679c6f48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87f1c6cf0488e" /><Relationship Type="http://schemas.openxmlformats.org/officeDocument/2006/relationships/chart" Target="/ppt/slides/charts/chart1.xml" Id="R0dc3a0cb42e84a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6b64ebd694dbc" /><Relationship Type="http://schemas.openxmlformats.org/officeDocument/2006/relationships/image" Target="/ppt/media/image.png" Id="Rf000cea1842c450f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0dc3a0cb42e84a2d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f000cea1842c450f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2026-09-29T03:02:24Z</dcterms:created>
  <cp:lastModifiedBy>OfficeCLI</cp:lastModifiedBy>
  <dcterms:modified xsi:type="dcterms:W3CDTF">2026-09-29T03:02:24Z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2026-09-29T03:02:39Z</vt:lpwstr>
  </op:property>
</op:Properties>
</file>