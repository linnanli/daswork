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15704145a7450d" /><Relationship Type="http://schemas.openxmlformats.org/package/2006/relationships/metadata/core-properties" Target="/docProps/core.xml" Id="Rd8db2b5426f04be0" /><Relationship Type="http://schemas.openxmlformats.org/officeDocument/2006/relationships/extended-properties" Target="/docProps/app.xml" Id="Ra103263a9f814b95" /><Relationship Type="http://schemas.openxmlformats.org/officeDocument/2006/relationships/custom-properties" Target="/docProps/custom.xml" Id="Re064805f78a0499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44f656c471b41a0"/>
    <p:sldId id="257" r:id="Ra9ae33c779bb483a"/>
    <p:sldId id="258" r:id="Rd3583efe9d104f90"/>
    <p:sldId id="259" r:id="Ra01d541f470f49b0"/>
    <p:sldId id="260" r:id="R0e811b8fc02a45cb"/>
    <p:sldId id="261" r:id="R2270fac4f5ae49b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44f656c471b41a0" /><Relationship Type="http://schemas.openxmlformats.org/officeDocument/2006/relationships/slide" Target="/ppt/slides/slide2.xml" Id="Ra9ae33c779bb483a" /><Relationship Type="http://schemas.openxmlformats.org/officeDocument/2006/relationships/slide" Target="/ppt/slides/slide3.xml" Id="Rd3583efe9d104f90" /><Relationship Type="http://schemas.openxmlformats.org/officeDocument/2006/relationships/slide" Target="/ppt/slides/slide4.xml" Id="Ra01d541f470f49b0" /><Relationship Type="http://schemas.openxmlformats.org/officeDocument/2006/relationships/slide" Target="/ppt/slides/slide5.xml" Id="R0e811b8fc02a45cb" /><Relationship Type="http://schemas.openxmlformats.org/officeDocument/2006/relationships/slide" Target="/ppt/slides/slide6.xml" Id="R2270fac4f5ae49b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4e96c062847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6f94de68446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3a20c2b1a4d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8bbe9b89543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4d294cd35433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c5143c68a23404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eb8886fd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dddabcb14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732fcc5e4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47f662d88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a7eff49f400f" /><Relationship Type="http://schemas.openxmlformats.org/officeDocument/2006/relationships/chart" Target="/ppt/slides/charts/chart1.xml" Id="Re2c1cc85fb9042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1e9772e804b22" /><Relationship Type="http://schemas.openxmlformats.org/officeDocument/2006/relationships/image" Target="/ppt/media/image.png" Id="R072da67f638e42ac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2c1cc85fb904256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072da67f638e42ac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2026-09-29T03:22:00Z</dcterms:created>
  <cp:lastModifiedBy>OfficeCLI</cp:lastModifiedBy>
  <dcterms:modified xsi:type="dcterms:W3CDTF">2026-09-29T03:22:00Z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2026-09-29T03:22:32Z</vt:lpwstr>
  </op:property>
</op:Properties>
</file>