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45280ae7eae412b" /><Relationship Type="http://schemas.openxmlformats.org/package/2006/relationships/metadata/core-properties" Target="/docProps/core.xml" Id="Rf33776c1c0824ff8" /><Relationship Type="http://schemas.openxmlformats.org/officeDocument/2006/relationships/extended-properties" Target="/docProps/app.xml" Id="Rfcbd9ae0d79e4cf3" /><Relationship Type="http://schemas.openxmlformats.org/officeDocument/2006/relationships/custom-properties" Target="/docProps/custom.xml" Id="R698aaabdfa09463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46b04fd57ad449bf"/>
    <p:sldId id="257" r:id="R7cb912bc3d004d75"/>
    <p:sldId id="258" r:id="Rd94c5f16a064402a"/>
    <p:sldId id="259" r:id="R6e353a1211b24c14"/>
    <p:sldId id="260" r:id="R8069511518784fbe"/>
    <p:sldId id="261" r:id="Rd234daef3ecd4b0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6b04fd57ad449bf" /><Relationship Type="http://schemas.openxmlformats.org/officeDocument/2006/relationships/slide" Target="/ppt/slides/slide2.xml" Id="R7cb912bc3d004d75" /><Relationship Type="http://schemas.openxmlformats.org/officeDocument/2006/relationships/slide" Target="/ppt/slides/slide3.xml" Id="Rd94c5f16a064402a" /><Relationship Type="http://schemas.openxmlformats.org/officeDocument/2006/relationships/slide" Target="/ppt/slides/slide4.xml" Id="R6e353a1211b24c14" /><Relationship Type="http://schemas.openxmlformats.org/officeDocument/2006/relationships/slide" Target="/ppt/slides/slide5.xml" Id="R8069511518784fbe" /><Relationship Type="http://schemas.openxmlformats.org/officeDocument/2006/relationships/slide" Target="/ppt/slides/slide6.xml" Id="Rd234daef3ecd4b0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1cfa7059446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723a4950d4e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06103d49b4a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c4d7016144d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feb14c7ac41c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981981d293f44c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164e2ebcd41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01cd9d86f42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22680e0eb48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f9a8d64e245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1d927395b4e7b" /><Relationship Type="http://schemas.openxmlformats.org/officeDocument/2006/relationships/chart" Target="/ppt/slides/charts/chart1.xml" Id="R8e87f51bd13046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78a8c24d6424a" /><Relationship Type="http://schemas.openxmlformats.org/officeDocument/2006/relationships/image" Target="/ppt/media/image.png" Id="R8159dbf4059b4407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8e87f51bd13046ec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8159dbf4059b4407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2026-09-29T03:00:59Z</dcterms:created>
  <cp:lastModifiedBy>OfficeCLI</cp:lastModifiedBy>
  <dcterms:modified xsi:type="dcterms:W3CDTF">2026-09-29T03:00:59Z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2026-09-29T03:01:18Z</vt:lpwstr>
  </op:property>
</op:Properties>
</file>