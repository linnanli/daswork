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2adca477e244d69" /><Relationship Type="http://schemas.openxmlformats.org/package/2006/relationships/metadata/core-properties" Target="/docProps/core.xml" Id="Rc7acd7e9859f475c" /><Relationship Type="http://schemas.openxmlformats.org/officeDocument/2006/relationships/extended-properties" Target="/docProps/app.xml" Id="R9b0037bab4f74aa7" /><Relationship Type="http://schemas.openxmlformats.org/officeDocument/2006/relationships/custom-properties" Target="/docProps/custom.xml" Id="R72d09dcea38a444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c87e5d01a8248e7"/>
    <p:sldId id="257" r:id="R1a9d89355a2b4b32"/>
    <p:sldId id="258" r:id="R2071351c9ec24852"/>
    <p:sldId id="259" r:id="Raff05a98502743bb"/>
    <p:sldId id="260" r:id="R6ad820d9b7964269"/>
    <p:sldId id="261" r:id="Raba2c63340d04ad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c87e5d01a8248e7" /><Relationship Type="http://schemas.openxmlformats.org/officeDocument/2006/relationships/slide" Target="/ppt/slides/slide2.xml" Id="R1a9d89355a2b4b32" /><Relationship Type="http://schemas.openxmlformats.org/officeDocument/2006/relationships/slide" Target="/ppt/slides/slide3.xml" Id="R2071351c9ec24852" /><Relationship Type="http://schemas.openxmlformats.org/officeDocument/2006/relationships/slide" Target="/ppt/slides/slide4.xml" Id="Raff05a98502743bb" /><Relationship Type="http://schemas.openxmlformats.org/officeDocument/2006/relationships/slide" Target="/ppt/slides/slide5.xml" Id="R6ad820d9b7964269" /><Relationship Type="http://schemas.openxmlformats.org/officeDocument/2006/relationships/slide" Target="/ppt/slides/slide6.xml" Id="Raba2c63340d04ad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fad2dcc1c4a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4c5962f744e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34d64d3114e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0c1e2065d48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0ac10f125462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94de3f141384d1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654ba204e48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0cc03565742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3ddfef616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83a13c78b4a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6cc7ddd494fc3" /><Relationship Type="http://schemas.openxmlformats.org/officeDocument/2006/relationships/chart" Target="/ppt/slides/charts/chart1.xml" Id="R354f53f6802540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74b1e9ff4f24" /><Relationship Type="http://schemas.openxmlformats.org/officeDocument/2006/relationships/image" Target="/ppt/media/image.png" Id="Rbe521129ef104d2e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354f53f680254008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be521129ef104d2e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2026-09-28T10:42:06Z</dcterms:created>
  <cp:lastModifiedBy>OfficeCLI</cp:lastModifiedBy>
  <dcterms:modified xsi:type="dcterms:W3CDTF">2026-09-28T10:42:06Z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2026-09-28T10:43:07Z</vt:lpwstr>
  </op:property>
</op:Properties>
</file>