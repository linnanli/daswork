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f746e18d12d4504" /><Relationship Type="http://schemas.openxmlformats.org/package/2006/relationships/metadata/core-properties" Target="/docProps/core.xml" Id="R8bf9045cbe2f49cd" /><Relationship Type="http://schemas.openxmlformats.org/officeDocument/2006/relationships/extended-properties" Target="/docProps/app.xml" Id="Rf392cc43ef314f16" /><Relationship Type="http://schemas.openxmlformats.org/officeDocument/2006/relationships/custom-properties" Target="/docProps/custom.xml" Id="R8f599ef20cdb400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72b127012e04653"/>
    <p:sldId id="257" r:id="Rb3db3bc3c62849ae"/>
    <p:sldId id="258" r:id="R7c47bbf21301499e"/>
    <p:sldId id="259" r:id="R33359d23a2b846be"/>
    <p:sldId id="260" r:id="R27dc9afa31d643e4"/>
    <p:sldId id="261" r:id="R7d16e19e1cf3416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72b127012e04653" /><Relationship Type="http://schemas.openxmlformats.org/officeDocument/2006/relationships/slide" Target="/ppt/slides/slide2.xml" Id="Rb3db3bc3c62849ae" /><Relationship Type="http://schemas.openxmlformats.org/officeDocument/2006/relationships/slide" Target="/ppt/slides/slide3.xml" Id="R7c47bbf21301499e" /><Relationship Type="http://schemas.openxmlformats.org/officeDocument/2006/relationships/slide" Target="/ppt/slides/slide4.xml" Id="R33359d23a2b846be" /><Relationship Type="http://schemas.openxmlformats.org/officeDocument/2006/relationships/slide" Target="/ppt/slides/slide5.xml" Id="R27dc9afa31d643e4" /><Relationship Type="http://schemas.openxmlformats.org/officeDocument/2006/relationships/slide" Target="/ppt/slides/slide6.xml" Id="R7d16e19e1cf3416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6c6979cd745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e8607b6274d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555a831c843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f621e44554c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2a694174e4ef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d02b58cc7644e6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c6745439546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4cc0e0be3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997701737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fdf12b16b43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09f3b201946e9" /><Relationship Type="http://schemas.openxmlformats.org/officeDocument/2006/relationships/chart" Target="/ppt/slides/charts/chart1.xml" Id="R90f9a55bfd6146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9c7d8db1f435d" /><Relationship Type="http://schemas.openxmlformats.org/officeDocument/2006/relationships/image" Target="/ppt/media/image.png" Id="R099046d97633445c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90f9a55bfd61466f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099046d97633445c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2026-09-28T11:41:35Z</dcterms:created>
  <cp:lastModifiedBy>OfficeCLI</cp:lastModifiedBy>
  <dcterms:modified xsi:type="dcterms:W3CDTF">2026-09-28T11:41:35Z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2026-09-28T11:42:23Z</vt:lpwstr>
  </op:property>
</op:Properties>
</file>