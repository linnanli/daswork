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6ac340fb44b4f06" /><Relationship Type="http://schemas.openxmlformats.org/package/2006/relationships/metadata/core-properties" Target="/docProps/core.xml" Id="R2a984f96ad844152" /><Relationship Type="http://schemas.openxmlformats.org/officeDocument/2006/relationships/extended-properties" Target="/docProps/app.xml" Id="R8d1100db6e0c474e" /><Relationship Type="http://schemas.openxmlformats.org/officeDocument/2006/relationships/custom-properties" Target="/docProps/custom.xml" Id="R3bda0c70f64c4b8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f5c10d85de34f02"/>
    <p:sldId id="257" r:id="Ra6ad96c7b694423f"/>
    <p:sldId id="258" r:id="R9a8bd889b6484488"/>
    <p:sldId id="259" r:id="Ra50b969100474f4d"/>
    <p:sldId id="260" r:id="Rcef77bb925bd4b3f"/>
    <p:sldId id="261" r:id="Rd6a6273c45a44b1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f5c10d85de34f02" /><Relationship Type="http://schemas.openxmlformats.org/officeDocument/2006/relationships/slide" Target="/ppt/slides/slide2.xml" Id="Ra6ad96c7b694423f" /><Relationship Type="http://schemas.openxmlformats.org/officeDocument/2006/relationships/slide" Target="/ppt/slides/slide3.xml" Id="R9a8bd889b6484488" /><Relationship Type="http://schemas.openxmlformats.org/officeDocument/2006/relationships/slide" Target="/ppt/slides/slide4.xml" Id="Ra50b969100474f4d" /><Relationship Type="http://schemas.openxmlformats.org/officeDocument/2006/relationships/slide" Target="/ppt/slides/slide5.xml" Id="Rcef77bb925bd4b3f" /><Relationship Type="http://schemas.openxmlformats.org/officeDocument/2006/relationships/slide" Target="/ppt/slides/slide6.xml" Id="Rd6a6273c45a44b1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0f9e115ce43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7073bd8b645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12d6bc1164c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c1267a2d54c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00ce37b6941a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30360aec92e490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171c2f2b843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dab2bda864c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6f45faa2945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923cb5df243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a836d5571413b" /><Relationship Type="http://schemas.openxmlformats.org/officeDocument/2006/relationships/chart" Target="/ppt/slides/charts/chart1.xml" Id="Re41b6f80a21b40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a15ae79ae45c5" /><Relationship Type="http://schemas.openxmlformats.org/officeDocument/2006/relationships/image" Target="/ppt/media/image.png" Id="Rad8f19dac9d14000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e41b6f80a21b40f6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ad8f19dac9d14000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2026-09-28T11:29:57Z</dcterms:created>
  <cp:lastModifiedBy>OfficeCLI</cp:lastModifiedBy>
  <dcterms:modified xsi:type="dcterms:W3CDTF">2026-09-28T11:29:57Z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2026-09-28T11:30:16Z</vt:lpwstr>
  </op:property>
</op:Properties>
</file>