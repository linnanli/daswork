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5755ddcb8ee4c32" /><Relationship Type="http://schemas.openxmlformats.org/package/2006/relationships/metadata/core-properties" Target="/docProps/core.xml" Id="R9c2a967a4964419b" /><Relationship Type="http://schemas.openxmlformats.org/officeDocument/2006/relationships/extended-properties" Target="/docProps/app.xml" Id="R930495f3bc1e41c8" /><Relationship Type="http://schemas.openxmlformats.org/officeDocument/2006/relationships/custom-properties" Target="/docProps/custom.xml" Id="R164f9da2240f432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0f80356d01c4541"/>
    <p:sldId id="257" r:id="R6dc8ed68a1ca4098"/>
    <p:sldId id="258" r:id="Rae3d4645215543da"/>
    <p:sldId id="259" r:id="R913fe12943e746ef"/>
    <p:sldId id="260" r:id="Re2a887ee30b94986"/>
    <p:sldId id="261" r:id="R35ad919a580d4c4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0f80356d01c4541" /><Relationship Type="http://schemas.openxmlformats.org/officeDocument/2006/relationships/slide" Target="/ppt/slides/slide2.xml" Id="R6dc8ed68a1ca4098" /><Relationship Type="http://schemas.openxmlformats.org/officeDocument/2006/relationships/slide" Target="/ppt/slides/slide3.xml" Id="Rae3d4645215543da" /><Relationship Type="http://schemas.openxmlformats.org/officeDocument/2006/relationships/slide" Target="/ppt/slides/slide4.xml" Id="R913fe12943e746ef" /><Relationship Type="http://schemas.openxmlformats.org/officeDocument/2006/relationships/slide" Target="/ppt/slides/slide5.xml" Id="Re2a887ee30b94986" /><Relationship Type="http://schemas.openxmlformats.org/officeDocument/2006/relationships/slide" Target="/ppt/slides/slide6.xml" Id="R35ad919a580d4c4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71baa2c8c40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0f10da2194c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2e12abb4bb41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93fbc220540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cc9cb1dd9494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27c4a551d7747c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46656b77e48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a0f7d659f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a3b6ba9cc40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520f42cad47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cccb343334459" /><Relationship Type="http://schemas.openxmlformats.org/officeDocument/2006/relationships/chart" Target="/ppt/slides/charts/chart1.xml" Id="R4d292a12ed6f41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0ea45f29748a5" /><Relationship Type="http://schemas.openxmlformats.org/officeDocument/2006/relationships/image" Target="/ppt/media/image.png" Id="Rdde143d4a2034c1f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4d292a12ed6f41e9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dde143d4a2034c1f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2026-09-28T06:27:11Z</dcterms:created>
  <cp:lastModifiedBy>OfficeCLI</cp:lastModifiedBy>
  <dcterms:modified xsi:type="dcterms:W3CDTF">2026-09-28T06:27:11Z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2026-09-28T06:27:50Z</vt:lpwstr>
  </op:property>
</op:Properties>
</file>