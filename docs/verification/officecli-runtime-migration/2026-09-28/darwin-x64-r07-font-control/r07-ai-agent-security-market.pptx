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1edbe994a8045a6" /><Relationship Type="http://schemas.openxmlformats.org/package/2006/relationships/metadata/core-properties" Target="/docProps/core.xml" Id="Reee6fc69547545b4" /><Relationship Type="http://schemas.openxmlformats.org/officeDocument/2006/relationships/extended-properties" Target="/docProps/app.xml" Id="Racfa7fb3551b4a30" /><Relationship Type="http://schemas.openxmlformats.org/officeDocument/2006/relationships/custom-properties" Target="/docProps/custom.xml" Id="R0c9c980b55af406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fc14f970caa4876"/>
    <p:sldId id="257" r:id="R97b40901bb9a45c8"/>
    <p:sldId id="258" r:id="R2d78b982d846423f"/>
    <p:sldId id="259" r:id="Ra774437695914b35"/>
    <p:sldId id="260" r:id="R61948e64820b4c0f"/>
    <p:sldId id="261" r:id="R9eb360abf8a04a5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fc14f970caa4876" /><Relationship Type="http://schemas.openxmlformats.org/officeDocument/2006/relationships/slide" Target="/ppt/slides/slide2.xml" Id="R97b40901bb9a45c8" /><Relationship Type="http://schemas.openxmlformats.org/officeDocument/2006/relationships/slide" Target="/ppt/slides/slide3.xml" Id="R2d78b982d846423f" /><Relationship Type="http://schemas.openxmlformats.org/officeDocument/2006/relationships/slide" Target="/ppt/slides/slide4.xml" Id="Ra774437695914b35" /><Relationship Type="http://schemas.openxmlformats.org/officeDocument/2006/relationships/slide" Target="/ppt/slides/slide5.xml" Id="R61948e64820b4c0f" /><Relationship Type="http://schemas.openxmlformats.org/officeDocument/2006/relationships/slide" Target="/ppt/slides/slide6.xml" Id="R9eb360abf8a04a5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b34588c7b49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51d58104240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00588ae8542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2f84d89a6f42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b27a3bdf743d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4989d3d5ef74de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96551df8445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a37c499b342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f9150d2fe43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392540c30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926deb32d42a2" /><Relationship Type="http://schemas.openxmlformats.org/officeDocument/2006/relationships/chart" Target="/ppt/slides/charts/chart1.xml" Id="R6aacb439c77a4c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4fe8326344eb6" /><Relationship Type="http://schemas.openxmlformats.org/officeDocument/2006/relationships/image" Target="/ppt/media/image.png" Id="R1a7317738b1042f5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6aacb439c77a4cf8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1a7317738b1042f5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2026-09-28T07:49:48Z</dcterms:created>
  <cp:lastModifiedBy>OfficeCLI</cp:lastModifiedBy>
  <dcterms:modified xsi:type="dcterms:W3CDTF">2026-09-28T07:49:48Z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2026-09-28T07:50:38Z</vt:lpwstr>
  </op:property>
</op:Properties>
</file>