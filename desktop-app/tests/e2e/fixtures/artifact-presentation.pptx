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37744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Artifact PPTX</a:t>
            </a:r>
            <a:endParaRPr lang="en-US" sz="4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Artifact PPTX</dc:title>
  <dc:subject>Artifact preview</dc:subject>
  <dc:creator>dasCowork test fixture</dc:creator>
  <cp:lastModifiedBy>dasCowork test fixture</cp:lastModifiedBy>
  <cp:revision>1</cp:revision>
  <dcterms:created xsi:type="dcterms:W3CDTF">2026-09-27T02:11:33Z</dcterms:created>
  <dcterms:modified xsi:type="dcterms:W3CDTF">2026-09-27T02:11:33Z</dcterms:modified>
</cp:coreProperties>
</file>